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54864"/>
            <a:ext cx="658368" cy="65836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54864"/>
            <a:ext cx="658368" cy="6583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45720"/>
            <a:ext cx="7498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K. RAMAKRISHNAN COLLEGE OF ENGINEERING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(AUTONOMOUS), SAMAYAPURAM - TRICHY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DEPARTMENT OF CSE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CGB1121 – PYTHON PROGRAMMING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ED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WITH WEB CAM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914400" y="1691640"/>
            <a:ext cx="7315200" cy="0"/>
          </a:xfrm>
          <a:prstGeom prst="line">
            <a:avLst/>
          </a:prstGeom>
          <a:noFill/>
          <a:ln w="19050">
            <a:solidFill>
              <a:srgbClr val="1A3C8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8745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04040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0" y="18745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04040"/>
                </a:solidFill>
              </a:rPr>
              <a:t>SUPERVISOR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2240280"/>
            <a:ext cx="4114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</a:rPr>
              <a:t>S. NITHYASREE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</a:rPr>
              <a:t>8115U25CS113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</a:rPr>
              <a:t>S. PREETHA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</a:rPr>
              <a:t>8115U25CS121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0" y="2240280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</a:rPr>
              <a:t>Mr. B. SENTHIL RAJAMANOKAR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</a:rPr>
              <a:t>Assistant Professor / 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DATE OF REVIEW: 05/06/2026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658368" cy="65836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5720"/>
            <a:ext cx="658368" cy="6583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9144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INTRODUCTION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48640" y="914400"/>
            <a:ext cx="804672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Face Detection is a computer vision technique used to identify and locate human faces in images or video frames.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This project uses Python and the OpenCV library to detect faces in real-time via webcam.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Manual monitoring is time-consuming and error-prone — an automated system improves efficiency.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Haar Cascade classifiers are used for accurate, fast face detection.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The application also detects and labels gender (Male / Female) in real-time.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K. RAMAKRISHNAN COLLEGE OF ENGINEERING (AUTONOMOUS)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658368" cy="65836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5720"/>
            <a:ext cx="658368" cy="6583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9144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ABSTRACT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48640" y="960120"/>
            <a:ext cx="8046720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50" dirty="0">
                <a:solidFill>
                  <a:srgbClr val="000000"/>
                </a:solidFill>
              </a:rPr>
              <a:t>This project presents a Face Detection Application with Webcam developed using Python and OpenCV for real-time image processing. The application detects human faces using a webcam and highlights them with bounding boxes. Haar Cascade classifiers are used to identify faces in video frames accurately.</a:t>
            </a:r>
            <a:endParaRPr lang="en-US" sz="1350" dirty="0"/>
          </a:p>
          <a:p>
            <a:pPr marL="0" indent="0" algn="just">
              <a:buNone/>
            </a:pPr>
            <a:endParaRPr lang="en-US" sz="1350" dirty="0"/>
          </a:p>
          <a:p>
            <a:pPr marL="0" indent="0" algn="just">
              <a:buNone/>
            </a:pPr>
            <a:r>
              <a:rPr lang="en-US" sz="1350" dirty="0">
                <a:solidFill>
                  <a:srgbClr val="000000"/>
                </a:solidFill>
              </a:rPr>
              <a:t>The system captures frames continuously, converts them to grayscale to improve performance, and detects multiple faces simultaneously. A deep learning model (Caffe-based) is integrated for gender prediction (Male / Female). The project demonstrates practical implementation of computer vision, image processing, and real-time detection using Python.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K. RAMAKRISHNAN COLLEGE OF ENGINEERING (AUTONOMOUS)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658368" cy="65836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5720"/>
            <a:ext cx="658368" cy="6583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9144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ARCHITECTURE DIAGRAM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274320" y="1645920"/>
            <a:ext cx="1234440" cy="1097280"/>
          </a:xfrm>
          <a:prstGeom prst="rect">
            <a:avLst/>
          </a:prstGeom>
          <a:solidFill>
            <a:srgbClr val="1A3C8F"/>
          </a:solidFill>
          <a:ln w="12700">
            <a:solidFill>
              <a:srgbClr val="0D246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1645920"/>
            <a:ext cx="123444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Webcam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1508760" y="2194560"/>
            <a:ext cx="274320" cy="0"/>
          </a:xfrm>
          <a:prstGeom prst="line">
            <a:avLst/>
          </a:prstGeom>
          <a:noFill/>
          <a:ln w="25400">
            <a:solidFill>
              <a:srgbClr val="0D246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828800" y="1645920"/>
            <a:ext cx="1234440" cy="1097280"/>
          </a:xfrm>
          <a:prstGeom prst="rect">
            <a:avLst/>
          </a:prstGeom>
          <a:solidFill>
            <a:srgbClr val="1A3C8F"/>
          </a:solidFill>
          <a:ln w="12700">
            <a:solidFill>
              <a:srgbClr val="0D246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828800" y="1645920"/>
            <a:ext cx="123444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Frame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Capture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063240" y="2194560"/>
            <a:ext cx="274320" cy="0"/>
          </a:xfrm>
          <a:prstGeom prst="line">
            <a:avLst/>
          </a:prstGeom>
          <a:noFill/>
          <a:ln w="25400">
            <a:solidFill>
              <a:srgbClr val="0D246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383280" y="1645920"/>
            <a:ext cx="1234440" cy="1097280"/>
          </a:xfrm>
          <a:prstGeom prst="rect">
            <a:avLst/>
          </a:prstGeom>
          <a:solidFill>
            <a:srgbClr val="1A3C8F"/>
          </a:solidFill>
          <a:ln w="12700">
            <a:solidFill>
              <a:srgbClr val="0D246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83280" y="1645920"/>
            <a:ext cx="123444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Grayscale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Conversion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17720" y="2194560"/>
            <a:ext cx="274320" cy="0"/>
          </a:xfrm>
          <a:prstGeom prst="line">
            <a:avLst/>
          </a:prstGeom>
          <a:noFill/>
          <a:ln w="25400">
            <a:solidFill>
              <a:srgbClr val="0D246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37760" y="1645920"/>
            <a:ext cx="1234440" cy="1097280"/>
          </a:xfrm>
          <a:prstGeom prst="rect">
            <a:avLst/>
          </a:prstGeom>
          <a:solidFill>
            <a:srgbClr val="1A3C8F"/>
          </a:solidFill>
          <a:ln w="12700">
            <a:solidFill>
              <a:srgbClr val="0D246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37760" y="1645920"/>
            <a:ext cx="123444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Haar Cascade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Classifier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72200" y="2194560"/>
            <a:ext cx="274320" cy="0"/>
          </a:xfrm>
          <a:prstGeom prst="line">
            <a:avLst/>
          </a:prstGeom>
          <a:noFill/>
          <a:ln w="25400">
            <a:solidFill>
              <a:srgbClr val="0D246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1645920"/>
            <a:ext cx="1234440" cy="1097280"/>
          </a:xfrm>
          <a:prstGeom prst="rect">
            <a:avLst/>
          </a:prstGeom>
          <a:solidFill>
            <a:srgbClr val="1A3C8F"/>
          </a:solidFill>
          <a:ln w="12700">
            <a:solidFill>
              <a:srgbClr val="0D246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1645920"/>
            <a:ext cx="123444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Face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Detection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726680" y="2194560"/>
            <a:ext cx="274320" cy="0"/>
          </a:xfrm>
          <a:prstGeom prst="line">
            <a:avLst/>
          </a:prstGeom>
          <a:noFill/>
          <a:ln w="25400">
            <a:solidFill>
              <a:srgbClr val="0D246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72400" y="1645920"/>
            <a:ext cx="1234440" cy="1097280"/>
          </a:xfrm>
          <a:prstGeom prst="rect">
            <a:avLst/>
          </a:prstGeom>
          <a:solidFill>
            <a:srgbClr val="1A3C8F"/>
          </a:solidFill>
          <a:ln w="12700">
            <a:solidFill>
              <a:srgbClr val="0D24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772400" y="1645920"/>
            <a:ext cx="123444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Display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4040"/>
                </a:solidFill>
              </a:rPr>
              <a:t>Real-Time Face Detection Pipeline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48640" y="3337560"/>
            <a:ext cx="804672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3337560"/>
            <a:ext cx="8046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</a:rPr>
              <a:t>Faces detected in each frame  →  Bounding boxes drawn  →  Gender label displayed  →  Output rendered on screen in real time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K. RAMAKRISHNAN COLLEGE OF ENGINEERING (AUTONOMOUS)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658368" cy="65836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5720"/>
            <a:ext cx="658368" cy="6583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9144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MODULES USED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48640" y="868680"/>
            <a:ext cx="804672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</a:rPr>
              <a:t>1.Window &amp; Webcam Setup</a:t>
            </a:r>
            <a:endParaRPr lang="en-US" sz="1400" dirty="0"/>
          </a:p>
          <a:p>
            <a:pPr marL="0" lvl="1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        Initializes the application window and activates the webcam using OpenCV.</a:t>
            </a:r>
            <a:endParaRPr lang="en-US" sz="1400" dirty="0"/>
          </a:p>
          <a:p>
            <a:pPr indent="0" algn="l"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</a:rPr>
              <a:t>2.Webcam Control / Frame Selection</a:t>
            </a:r>
            <a:endParaRPr lang="en-US" sz="1400" dirty="0"/>
          </a:p>
          <a:p>
            <a:pPr marL="0" lvl="1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        Captures live video frames continuously and passes them to the detection module.</a:t>
            </a:r>
            <a:endParaRPr lang="en-US" sz="1400" dirty="0"/>
          </a:p>
          <a:p>
            <a:pPr indent="0" algn="l"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</a:rPr>
              <a:t>3.detect_faces(frame)</a:t>
            </a:r>
            <a:endParaRPr lang="en-US" sz="1400" dirty="0"/>
          </a:p>
          <a:p>
            <a:pPr marL="0" lvl="1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        Converts frames to grayscale and applies Haar Cascade to detect faces.</a:t>
            </a:r>
            <a:endParaRPr lang="en-US" sz="1400" dirty="0"/>
          </a:p>
          <a:p>
            <a:pPr indent="0" algn="l"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</a:rPr>
              <a:t>4.update_frame()</a:t>
            </a:r>
            <a:endParaRPr lang="en-US" sz="1400" dirty="0"/>
          </a:p>
          <a:p>
            <a:pPr marL="0" lvl="1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        Core loop — captures, processes, and displays detected faces in real time.</a:t>
            </a:r>
            <a:endParaRPr lang="en-US" sz="1400" dirty="0"/>
          </a:p>
          <a:p>
            <a:pPr indent="0" algn="l"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</a:rPr>
              <a:t>5.Gender Detection Logic</a:t>
            </a:r>
            <a:endParaRPr lang="en-US" sz="1400" dirty="0"/>
          </a:p>
          <a:p>
            <a:pPr marL="0" lvl="1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        Uses a pre-trained Caffe model to classify detected faces as Male or Female.</a:t>
            </a:r>
            <a:endParaRPr lang="en-US" sz="1400" dirty="0"/>
          </a:p>
          <a:p>
            <a:pPr indent="0" algn="l"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</a:rPr>
              <a:t>6.close() / Exit</a:t>
            </a:r>
            <a:endParaRPr lang="en-US" sz="1400" dirty="0"/>
          </a:p>
          <a:p>
            <a:pPr marL="0" lvl="1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        Stops the webcam, releases resources, and closes all windows.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K. RAMAKRISHNAN COLLEGE OF ENGINEERING (AUTONOMOUS)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658368" cy="65836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5720"/>
            <a:ext cx="658368" cy="6583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9144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IMPLEMENTATION – KEY CODE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365760" y="868680"/>
            <a:ext cx="8412480" cy="3474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914400"/>
            <a:ext cx="8229600" cy="3383280"/>
          </a:xfrm>
          <a:prstGeom prst="rect">
            <a:avLst/>
          </a:prstGeom>
          <a:noFill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import cv2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gender_net = cv2.dnn.readNet("gender_net.caffemodel", "deploy_gender.prototxt")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gender_list = ['Male', 'Female']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face_cascade = cv2.CascadeClassifier(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cv2.data.haarcascades + 'haarcascade_frontalface_default.xml')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cap = cv2.VideoCapture(0)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while True: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ret, frame = cap.read()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gray = cv2.cvtColor(frame, cv2.COLOR_BGR2GRAY)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faces = face_cascade.detectMultiScale(gray, 1.3, 5)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for (x, y, w, h) in faces: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cv2.rectangle(frame, (x, y), (x+w, y+h), (255, 0, 0), 2)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blob = cv2.dnn.blobFromImage(frame[y:y+h, x:x+w], 1.0, (227, 227),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       (78.4, 87.8, 114.9), swapRB=False)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gender_net.setInput(blob)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gender = gender_list[gender_net.forward()[0].argmax()]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cv2.putText(frame, gender, (x, y-10),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            cv2.FONT_HERSHEY_SIMPLEX, 0.9, (0,255,0), 2)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cv2.imshow('Face Detection', frame)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if cv2.waitKey(1) &amp; 0xFF == ord('q'): </a:t>
            </a:r>
            <a:endParaRPr lang="en-US" sz="750" dirty="0">
              <a:solidFill>
                <a:srgbClr val="D4D4D4"/>
              </a:solidFill>
              <a:latin typeface="Courier New" panose="02070609020205090404" pitchFamily="34" charset="0"/>
              <a:ea typeface="Courier New" panose="02070609020205090404" pitchFamily="34" charset="-122"/>
              <a:cs typeface="Courier New" panose="02070609020205090404" pitchFamily="34" charset="-120"/>
            </a:endParaRPr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    break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cap.release(); </a:t>
            </a:r>
            <a:endParaRPr lang="en-US" sz="750" dirty="0">
              <a:solidFill>
                <a:srgbClr val="D4D4D4"/>
              </a:solidFill>
              <a:latin typeface="Courier New" panose="02070609020205090404" pitchFamily="34" charset="0"/>
              <a:ea typeface="Courier New" panose="02070609020205090404" pitchFamily="34" charset="-122"/>
              <a:cs typeface="Courier New" panose="02070609020205090404" pitchFamily="34" charset="-120"/>
            </a:endParaRPr>
          </a:p>
          <a:p>
            <a:pPr marL="0" indent="0" algn="l">
              <a:buNone/>
            </a:pPr>
            <a:r>
              <a:rPr lang="en-US" sz="750" dirty="0">
                <a:solidFill>
                  <a:srgbClr val="D4D4D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cv2.destroyAllWindows()</a:t>
            </a:r>
            <a:endParaRPr lang="en-US" sz="750" dirty="0"/>
          </a:p>
        </p:txBody>
      </p:sp>
      <p:sp>
        <p:nvSpPr>
          <p:cNvPr id="8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K. RAMAKRISHNAN COLLEGE OF ENGINEERING (AUTONOMOUS)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658368" cy="65836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5720"/>
            <a:ext cx="658368" cy="6583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9144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 – OUTPUT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457200" y="914400"/>
            <a:ext cx="384048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88720" y="1371600"/>
            <a:ext cx="2377440" cy="2377440"/>
          </a:xfrm>
          <a:prstGeom prst="rect">
            <a:avLst/>
          </a:prstGeom>
          <a:solidFill>
            <a:srgbClr val="333333"/>
          </a:solidFill>
          <a:ln w="25400">
            <a:solidFill>
              <a:srgbClr val="0000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10058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011680" y="22860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457200" y="420624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846320" y="914400"/>
            <a:ext cx="384048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577840" y="1371600"/>
            <a:ext cx="2377440" cy="2377440"/>
          </a:xfrm>
          <a:prstGeom prst="rect">
            <a:avLst/>
          </a:prstGeom>
          <a:solidFill>
            <a:srgbClr val="333333"/>
          </a:solidFill>
          <a:ln w="25400">
            <a:solidFill>
              <a:srgbClr val="0000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77840" y="10058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Female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00800" y="22860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4846320" y="420624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K. RAMAKRISHNAN COLLEGE OF ENGINEERING (AUTONOMOUS)</a:t>
            </a:r>
            <a:endParaRPr lang="en-US" sz="1000" dirty="0"/>
          </a:p>
        </p:txBody>
      </p:sp>
      <p:pic>
        <p:nvPicPr>
          <p:cNvPr id="18" name="Picture 17" descr="PHOTO-2026-05-31-20-50-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085" y="1370965"/>
            <a:ext cx="2538095" cy="2486660"/>
          </a:xfrm>
          <a:prstGeom prst="rect">
            <a:avLst/>
          </a:prstGeom>
        </p:spPr>
      </p:pic>
      <p:pic>
        <p:nvPicPr>
          <p:cNvPr id="19" name="Picture 18" descr="PHOTO-2026-05-31-20-50-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390" y="1369695"/>
            <a:ext cx="3042285" cy="2406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658368" cy="65836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5720"/>
            <a:ext cx="658368" cy="6583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9144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48640" y="914400"/>
            <a:ext cx="804672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just">
              <a:buSzPct val="100000"/>
              <a:buAutoNum type="arabicPeriod"/>
            </a:pPr>
            <a:r>
              <a:rPr lang="en-US" sz="1600" dirty="0">
                <a:solidFill>
                  <a:srgbClr val="000000"/>
                </a:solidFill>
              </a:rPr>
              <a:t>The Face Detection Application with Webcam was successfully developed using Python and OpenCV.</a:t>
            </a:r>
            <a:endParaRPr lang="en-US" sz="1600" dirty="0"/>
          </a:p>
          <a:p>
            <a:pPr marL="342900" indent="-342900" algn="just">
              <a:buSzPct val="100000"/>
              <a:buAutoNum type="arabicPeriod"/>
            </a:pPr>
            <a:r>
              <a:rPr lang="en-US" sz="1600" dirty="0">
                <a:solidFill>
                  <a:srgbClr val="000000"/>
                </a:solidFill>
              </a:rPr>
              <a:t>Haar Cascade classifiers enable accurate, real-time face detection from live webcam input.</a:t>
            </a:r>
            <a:endParaRPr lang="en-US" sz="1600" dirty="0"/>
          </a:p>
          <a:p>
            <a:pPr marL="342900" indent="-342900" algn="just">
              <a:buSzPct val="100000"/>
              <a:buAutoNum type="arabicPeriod"/>
            </a:pPr>
            <a:r>
              <a:rPr lang="en-US" sz="1600" dirty="0">
                <a:solidFill>
                  <a:srgbClr val="000000"/>
                </a:solidFill>
              </a:rPr>
              <a:t>The integrated gender detection model adds intelligence beyond basic face localization.</a:t>
            </a:r>
            <a:endParaRPr lang="en-US" sz="1600" dirty="0"/>
          </a:p>
          <a:p>
            <a:pPr marL="342900" indent="-342900" algn="just">
              <a:buSzPct val="100000"/>
              <a:buAutoNum type="arabicPeriod"/>
            </a:pPr>
            <a:r>
              <a:rPr lang="en-US" sz="1600" dirty="0">
                <a:solidFill>
                  <a:srgbClr val="000000"/>
                </a:solidFill>
              </a:rPr>
              <a:t>The system handles multiple faces simultaneously with smooth real-time performance.</a:t>
            </a:r>
            <a:endParaRPr lang="en-US" sz="1600" dirty="0"/>
          </a:p>
          <a:p>
            <a:pPr marL="342900" indent="-342900" algn="just">
              <a:buSzPct val="100000"/>
              <a:buAutoNum type="arabicPeriod"/>
            </a:pPr>
            <a:r>
              <a:rPr lang="en-US" sz="1600" dirty="0">
                <a:solidFill>
                  <a:srgbClr val="000000"/>
                </a:solidFill>
              </a:rPr>
              <a:t>Future enhancements include: face recognition, attendance system integration, mobile/web deployment, emotion detection, and a full GUI.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K. RAMAKRISHNAN COLLEGE OF ENGINEERING (AUTONOMOUS)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4157</Words>
  <Application>WPS Presentation</Application>
  <PresentationFormat>On-screen Show (16:9)</PresentationFormat>
  <Paragraphs>132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Courier New</vt:lpstr>
      <vt:lpstr>Courier New</vt:lpstr>
      <vt:lpstr>Courier New</vt:lpstr>
      <vt:lpstr>Arial</vt:lpstr>
      <vt:lpstr>Arial</vt:lpstr>
      <vt:lpstr>Microsoft YaHei</vt:lpstr>
      <vt:lpstr>汉仪旗黑</vt:lpstr>
      <vt:lpstr>Arial Unicode MS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Detection with Web Cam</dc:title>
  <dc:creator>PptxGenJS</dc:creator>
  <dc:subject>PptxGenJS Presentation</dc:subject>
  <cp:lastModifiedBy>S. Nithyasree 8B</cp:lastModifiedBy>
  <cp:revision>2</cp:revision>
  <dcterms:created xsi:type="dcterms:W3CDTF">2026-05-31T15:30:03Z</dcterms:created>
  <dcterms:modified xsi:type="dcterms:W3CDTF">2026-05-31T15:30:03Z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E8227BE08C0BFDEDFB531C6ABD56DCC2_42</vt:lpwstr>
  </property>
  <property fmtid="{D5CDD505-2E9C-101B-9397-08002B2CF9AE}" pid="3" name="KSOProductBuildVer">
    <vt:lpwstr>1033-6.15.0.8733</vt:lpwstr>
  </property>
</Properties>
</file>